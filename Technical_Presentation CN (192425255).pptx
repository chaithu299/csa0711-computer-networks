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7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5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3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1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7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8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2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8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6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7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5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35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26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58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1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0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803715"/>
            <a:ext cx="5917679" cy="2550877"/>
          </a:xfrm>
        </p:spPr>
        <p:txBody>
          <a:bodyPr/>
          <a:lstStyle/>
          <a:p>
            <a:r>
              <a:rPr dirty="0"/>
              <a:t>Digital Twin Networks and the OSI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18720" y="4777380"/>
            <a:ext cx="5917679" cy="861420"/>
          </a:xfrm>
        </p:spPr>
        <p:txBody>
          <a:bodyPr>
            <a:noAutofit/>
          </a:bodyPr>
          <a:lstStyle/>
          <a:p>
            <a:r>
              <a:rPr sz="1400" dirty="0"/>
              <a:t>B. Chaithanya Prakash Reddy</a:t>
            </a:r>
            <a:endParaRPr lang="en-US" sz="1400" dirty="0"/>
          </a:p>
          <a:p>
            <a:r>
              <a:rPr lang="en-IN" sz="1400" dirty="0"/>
              <a:t>192425255</a:t>
            </a:r>
          </a:p>
          <a:p>
            <a:r>
              <a:rPr lang="en-IN" sz="1400" dirty="0"/>
              <a:t>CSA0711 – COMPUTER NETWORKS</a:t>
            </a:r>
          </a:p>
          <a:p>
            <a:r>
              <a:rPr lang="en-IN" sz="1400" dirty="0"/>
              <a:t>DR.R. SHANKAR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Digital Twin Network is a virtual copy of a real network that helps monitor, test, and improve network performance.</a:t>
            </a:r>
          </a:p>
          <a:p>
            <a:r>
              <a:rPr lang="en-IN" dirty="0"/>
              <a:t>The OSI Model is a seven-layer framework that explains how data travels from one device to another in a network.</a:t>
            </a:r>
          </a:p>
          <a:p>
            <a:r>
              <a:rPr lang="en-IN" dirty="0"/>
              <a:t>By combining Digital Twin Networks with the OSI Model, we can better understand, manage, and optimize modern communication networks.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OSI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Physical Layer</a:t>
            </a:r>
          </a:p>
          <a:p>
            <a:r>
              <a:rPr dirty="0"/>
              <a:t>Data Link Layer</a:t>
            </a:r>
          </a:p>
          <a:p>
            <a:r>
              <a:rPr dirty="0"/>
              <a:t>Network Layer</a:t>
            </a:r>
          </a:p>
          <a:p>
            <a:r>
              <a:rPr dirty="0"/>
              <a:t>Transport Layer</a:t>
            </a:r>
          </a:p>
          <a:p>
            <a:r>
              <a:rPr dirty="0"/>
              <a:t>Session, Presentation, and Application Layers</a:t>
            </a:r>
            <a:endParaRPr lang="en-US" dirty="0"/>
          </a:p>
          <a:p>
            <a:r>
              <a:rPr lang="en-IN" dirty="0"/>
              <a:t>The model explains how data moves from one device to another through seven layers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DTN Integration with the OSI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DTN uses OSI layers:</a:t>
            </a:r>
            <a:endParaRPr lang="en-US" dirty="0"/>
          </a:p>
          <a:p>
            <a:r>
              <a:rPr dirty="0"/>
              <a:t>Physical Layer: Simulates hardware devices.</a:t>
            </a:r>
          </a:p>
          <a:p>
            <a:r>
              <a:rPr dirty="0"/>
              <a:t>Network Layer: Analyzes routing and IP traffic.</a:t>
            </a:r>
          </a:p>
          <a:p>
            <a:r>
              <a:rPr dirty="0"/>
              <a:t>Transport Layer: Studies reliability and congestion.</a:t>
            </a:r>
          </a:p>
          <a:p>
            <a:r>
              <a:rPr dirty="0"/>
              <a:t>Application Layer: Tests services such as web and email.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5G and 6G Networks</a:t>
            </a:r>
            <a:r>
              <a:rPr lang="en-IN" dirty="0"/>
              <a:t> – Used to monitor and optimize next-generation communication networks.</a:t>
            </a:r>
          </a:p>
          <a:p>
            <a:r>
              <a:rPr lang="en-IN" b="1" dirty="0"/>
              <a:t>Smart Cities</a:t>
            </a:r>
            <a:r>
              <a:rPr lang="en-IN" dirty="0"/>
              <a:t> – Helps manage traffic systems, public Wi-Fi, and connected devices.</a:t>
            </a:r>
          </a:p>
          <a:p>
            <a:r>
              <a:rPr lang="en-IN" b="1" dirty="0"/>
              <a:t>Data </a:t>
            </a:r>
            <a:r>
              <a:rPr lang="en-IN" b="1" dirty="0" err="1"/>
              <a:t>Centers</a:t>
            </a:r>
            <a:r>
              <a:rPr lang="en-IN" dirty="0"/>
              <a:t> – Improves server performance and predicts hardware failures.</a:t>
            </a:r>
          </a:p>
          <a:p>
            <a:r>
              <a:rPr lang="en-IN" b="1" dirty="0"/>
              <a:t>Network Security</a:t>
            </a:r>
            <a:r>
              <a:rPr lang="en-IN" dirty="0"/>
              <a:t> – Detects threats and tests security measures in a virtual environment.</a:t>
            </a:r>
          </a:p>
          <a:p>
            <a:r>
              <a:rPr lang="en-IN" b="1" dirty="0"/>
              <a:t>Cloud Computing</a:t>
            </a:r>
            <a:r>
              <a:rPr lang="en-IN" dirty="0"/>
              <a:t> – Enhances cloud network management and resource allocation.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57E1-8D25-E9BC-4DD1-31A30142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3B74-C1E3-D53C-C74A-3547470E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E9B44-ABE0-6D6B-C25D-AF6C1AE53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70" y="2302387"/>
            <a:ext cx="6345260" cy="3530600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Digital Twin Networks provide a virtual representation of real communication networks, enabling better monitoring, analysis, and optimization.</a:t>
            </a:r>
          </a:p>
          <a:p>
            <a:r>
              <a:rPr lang="en-IN" dirty="0"/>
              <a:t> When combined with the OSI Model, they help improve network performance, reliability, and management, making them an important technology for the future of networking.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73528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289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Digital Twin Networks and the OSI Model</vt:lpstr>
      <vt:lpstr>Introduction</vt:lpstr>
      <vt:lpstr>OSI Model Overview</vt:lpstr>
      <vt:lpstr>DTN Integration with the OSI Model</vt:lpstr>
      <vt:lpstr>Applications 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Chaithanya prakash Reddy</dc:creator>
  <cp:keywords/>
  <dc:description>generated using python-pptx</dc:description>
  <cp:lastModifiedBy>Chaithanya prakash Reddy</cp:lastModifiedBy>
  <cp:revision>3</cp:revision>
  <dcterms:created xsi:type="dcterms:W3CDTF">2013-01-27T09:14:16Z</dcterms:created>
  <dcterms:modified xsi:type="dcterms:W3CDTF">2026-07-23T04:59:15Z</dcterms:modified>
  <cp:category/>
</cp:coreProperties>
</file>